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6" r:id="rId4"/>
    <p:sldId id="258" r:id="rId5"/>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87" autoAdjust="0"/>
    <p:restoredTop sz="95865" autoAdjust="0"/>
  </p:normalViewPr>
  <p:slideViewPr>
    <p:cSldViewPr snapToGrid="0">
      <p:cViewPr varScale="1">
        <p:scale>
          <a:sx n="108" d="100"/>
          <a:sy n="108" d="100"/>
        </p:scale>
        <p:origin x="12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12.03.2026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12.03.2026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TotalTime>
  <Words>387</Words>
  <Application>Microsoft Macintosh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Marketing Analytics Business Case</vt:lpstr>
      <vt:lpstr>Subject: Request for Data Analysis to Improve Marketing Strategy</vt:lpstr>
      <vt:lpstr>Subject: Request for Data Analysis to Improve Marketing Strategy</vt:lpstr>
      <vt:lpstr>Key Performance Indicators (KPIs)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Analytics Business Case</dc:title>
  <dc:creator>Ali Ahmad</dc:creator>
  <cp:lastModifiedBy>srilatha juvvadi</cp:lastModifiedBy>
  <cp:revision>2</cp:revision>
  <dcterms:created xsi:type="dcterms:W3CDTF">2024-07-20T13:50:58Z</dcterms:created>
  <dcterms:modified xsi:type="dcterms:W3CDTF">2026-03-12T12:02:56Z</dcterms:modified>
</cp:coreProperties>
</file>